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</p:sldIdLst>
  <p:sldSz cy="10287000" cx="10287000"/>
  <p:notesSz cx="6858000" cy="9144000"/>
  <p:embeddedFontLst>
    <p:embeddedFont>
      <p:font typeface="DM Sans Medium"/>
      <p:regular r:id="rId8"/>
      <p:bold r:id="rId9"/>
      <p:italic r:id="rId10"/>
      <p:boldItalic r:id="rId11"/>
    </p:embeddedFont>
    <p:embeddedFont>
      <p:font typeface="Montserrat SemiBold"/>
      <p:regular r:id="rId12"/>
      <p:bold r:id="rId13"/>
      <p:italic r:id="rId14"/>
      <p:boldItalic r:id="rId15"/>
    </p:embeddedFont>
    <p:embeddedFont>
      <p:font typeface="Inter"/>
      <p:regular r:id="rId16"/>
      <p:bold r:id="rId17"/>
      <p:italic r:id="rId18"/>
      <p:boldItalic r:id="rId19"/>
    </p:embeddedFont>
    <p:embeddedFont>
      <p:font typeface="Montserrat Light"/>
      <p:regular r:id="rId20"/>
      <p:bold r:id="rId21"/>
      <p:italic r:id="rId22"/>
      <p:boldItalic r:id="rId23"/>
    </p:embeddedFont>
    <p:embeddedFont>
      <p:font typeface="DM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747775"/>
          </p15:clr>
        </p15:guide>
        <p15:guide id="2" pos="32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32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Light-regular.fntdata"/><Relationship Id="rId22" Type="http://schemas.openxmlformats.org/officeDocument/2006/relationships/font" Target="fonts/MontserratLight-italic.fntdata"/><Relationship Id="rId21" Type="http://schemas.openxmlformats.org/officeDocument/2006/relationships/font" Target="fonts/MontserratLight-bold.fntdata"/><Relationship Id="rId24" Type="http://schemas.openxmlformats.org/officeDocument/2006/relationships/font" Target="fonts/DMSans-regular.fntdata"/><Relationship Id="rId23" Type="http://schemas.openxmlformats.org/officeDocument/2006/relationships/font" Target="fonts/MontserratLigh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DMSansMedium-bold.fntdata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7" Type="http://schemas.openxmlformats.org/officeDocument/2006/relationships/font" Target="fonts/DM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DMSansMedium-regular.fntdata"/><Relationship Id="rId11" Type="http://schemas.openxmlformats.org/officeDocument/2006/relationships/font" Target="fonts/DMSansMedium-boldItalic.fntdata"/><Relationship Id="rId10" Type="http://schemas.openxmlformats.org/officeDocument/2006/relationships/font" Target="fonts/DMSansMedium-italic.fntdata"/><Relationship Id="rId13" Type="http://schemas.openxmlformats.org/officeDocument/2006/relationships/font" Target="fonts/MontserratSemiBold-bold.fntdata"/><Relationship Id="rId12" Type="http://schemas.openxmlformats.org/officeDocument/2006/relationships/font" Target="fonts/MontserratSemiBold-regular.fntdata"/><Relationship Id="rId15" Type="http://schemas.openxmlformats.org/officeDocument/2006/relationships/font" Target="fonts/MontserratSemiBold-boldItalic.fntdata"/><Relationship Id="rId14" Type="http://schemas.openxmlformats.org/officeDocument/2006/relationships/font" Target="fonts/MontserratSemiBold-italic.fntdata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19" Type="http://schemas.openxmlformats.org/officeDocument/2006/relationships/font" Target="fonts/Inter-boldItalic.fntdata"/><Relationship Id="rId18" Type="http://schemas.openxmlformats.org/officeDocument/2006/relationships/font" Target="fonts/Inter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b54f4bfd2_1_37:notes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b54f4bfd2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:notes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I-100-Line-bg-3b.png"/>
          <p:cNvPicPr preferRelativeResize="0"/>
          <p:nvPr/>
        </p:nvPicPr>
        <p:blipFill rotWithShape="1">
          <a:blip r:embed="rId2">
            <a:alphaModFix/>
          </a:blip>
          <a:srcRect b="0" l="0" r="43751" t="0"/>
          <a:stretch/>
        </p:blipFill>
        <p:spPr>
          <a:xfrm rot="10800000">
            <a:off x="276925" y="276925"/>
            <a:ext cx="9733200" cy="9733200"/>
          </a:xfrm>
          <a:prstGeom prst="roundRect">
            <a:avLst>
              <a:gd fmla="val 1915" name="adj"/>
            </a:avLst>
          </a:prstGeom>
          <a:noFill/>
          <a:ln>
            <a:noFill/>
          </a:ln>
        </p:spPr>
      </p:pic>
      <p:pic>
        <p:nvPicPr>
          <p:cNvPr id="11" name="Google Shape;11;p2" title="squares-H2O-9.png"/>
          <p:cNvPicPr preferRelativeResize="0"/>
          <p:nvPr/>
        </p:nvPicPr>
        <p:blipFill rotWithShape="1">
          <a:blip r:embed="rId3">
            <a:alphaModFix/>
          </a:blip>
          <a:srcRect b="32940" l="0" r="49475" t="0"/>
          <a:stretch/>
        </p:blipFill>
        <p:spPr>
          <a:xfrm flipH="1">
            <a:off x="8369556" y="8394971"/>
            <a:ext cx="1917450" cy="254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 title="squares-H2O-9.png"/>
          <p:cNvPicPr preferRelativeResize="0"/>
          <p:nvPr/>
        </p:nvPicPr>
        <p:blipFill rotWithShape="1">
          <a:blip r:embed="rId3">
            <a:alphaModFix/>
          </a:blip>
          <a:srcRect b="50065" l="0" r="49475" t="0"/>
          <a:stretch/>
        </p:blipFill>
        <p:spPr>
          <a:xfrm rot="5400000">
            <a:off x="-17697" y="6275"/>
            <a:ext cx="1917450" cy="189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/>
          <p:nvPr/>
        </p:nvSpPr>
        <p:spPr>
          <a:xfrm rot="10800000">
            <a:off x="3216225" y="-31175"/>
            <a:ext cx="3854700" cy="1405500"/>
          </a:xfrm>
          <a:prstGeom prst="round2SameRect">
            <a:avLst>
              <a:gd fmla="val 9098" name="adj1"/>
              <a:gd fmla="val 0" name="adj2"/>
            </a:avLst>
          </a:prstGeom>
          <a:solidFill>
            <a:srgbClr val="FFD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" name="Google Shape;14;p2"/>
          <p:cNvSpPr txBox="1"/>
          <p:nvPr>
            <p:ph type="ctrTitle"/>
          </p:nvPr>
        </p:nvSpPr>
        <p:spPr>
          <a:xfrm>
            <a:off x="1730100" y="4143650"/>
            <a:ext cx="6826800" cy="2817900"/>
          </a:xfrm>
          <a:prstGeom prst="rect">
            <a:avLst/>
          </a:prstGeom>
        </p:spPr>
        <p:txBody>
          <a:bodyPr anchorCtr="0" anchor="b" bIns="129525" lIns="129525" spcFirstLastPara="1" rIns="129525" wrap="square" tIns="1295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DM Sans Medium"/>
              <a:buNone/>
              <a:defRPr sz="50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50688" y="6961550"/>
            <a:ext cx="9585600" cy="15852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Inter"/>
              <a:buNone/>
              <a:defRPr sz="24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9pPr>
          </a:lstStyle>
          <a:p/>
        </p:txBody>
      </p:sp>
      <p:sp>
        <p:nvSpPr>
          <p:cNvPr id="16" name="Google Shape;16;p2"/>
          <p:cNvSpPr txBox="1"/>
          <p:nvPr/>
        </p:nvSpPr>
        <p:spPr>
          <a:xfrm>
            <a:off x="3474727" y="598486"/>
            <a:ext cx="3337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 SemiBold"/>
                <a:ea typeface="Montserrat SemiBold"/>
                <a:cs typeface="Montserrat SemiBold"/>
                <a:sym typeface="Montserrat SemiBold"/>
              </a:rPr>
              <a:t>W I N N E R</a:t>
            </a:r>
            <a:endParaRPr sz="30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8002471" y="331016"/>
            <a:ext cx="1701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20</a:t>
            </a:r>
            <a:endParaRPr sz="60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8670874" y="588777"/>
            <a:ext cx="1701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26</a:t>
            </a:r>
            <a:endParaRPr sz="60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10" r="0" t="0"/>
          <a:stretch/>
        </p:blipFill>
        <p:spPr>
          <a:xfrm>
            <a:off x="8870918" y="8889515"/>
            <a:ext cx="787045" cy="78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 title="AI100-logo-whi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7875" y="8336197"/>
            <a:ext cx="3626300" cy="1349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2"/>
          <p:cNvCxnSpPr/>
          <p:nvPr/>
        </p:nvCxnSpPr>
        <p:spPr>
          <a:xfrm rot="10800000">
            <a:off x="276850" y="6618775"/>
            <a:ext cx="1127400" cy="0"/>
          </a:xfrm>
          <a:prstGeom prst="straightConnector1">
            <a:avLst/>
          </a:prstGeom>
          <a:noFill/>
          <a:ln cap="flat" cmpd="sng" w="19050">
            <a:solidFill>
              <a:srgbClr val="FFDD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" name="Google Shape;22;p2"/>
          <p:cNvCxnSpPr/>
          <p:nvPr/>
        </p:nvCxnSpPr>
        <p:spPr>
          <a:xfrm rot="10800000">
            <a:off x="8870925" y="6618775"/>
            <a:ext cx="1127400" cy="0"/>
          </a:xfrm>
          <a:prstGeom prst="straightConnector1">
            <a:avLst/>
          </a:prstGeom>
          <a:noFill/>
          <a:ln cap="flat" cmpd="sng" w="19050">
            <a:solidFill>
              <a:srgbClr val="FFDD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3" name="Google Shape;23;p2" title="sparkl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5101" y="1869126"/>
            <a:ext cx="787050" cy="78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3" title="AI-100-Line-bg-3b.png"/>
          <p:cNvPicPr preferRelativeResize="0"/>
          <p:nvPr/>
        </p:nvPicPr>
        <p:blipFill rotWithShape="1">
          <a:blip r:embed="rId2">
            <a:alphaModFix/>
          </a:blip>
          <a:srcRect b="0" l="0" r="43751" t="0"/>
          <a:stretch/>
        </p:blipFill>
        <p:spPr>
          <a:xfrm rot="10800000">
            <a:off x="276925" y="276925"/>
            <a:ext cx="9733200" cy="9733200"/>
          </a:xfrm>
          <a:prstGeom prst="roundRect">
            <a:avLst>
              <a:gd fmla="val 1915" name="adj"/>
            </a:avLst>
          </a:prstGeom>
          <a:noFill/>
          <a:ln>
            <a:noFill/>
          </a:ln>
        </p:spPr>
      </p:pic>
      <p:pic>
        <p:nvPicPr>
          <p:cNvPr id="26" name="Google Shape;26;p3" title="squares-H2O-9.png"/>
          <p:cNvPicPr preferRelativeResize="0"/>
          <p:nvPr/>
        </p:nvPicPr>
        <p:blipFill rotWithShape="1">
          <a:blip r:embed="rId3">
            <a:alphaModFix/>
          </a:blip>
          <a:srcRect b="32940" l="0" r="49475" t="0"/>
          <a:stretch/>
        </p:blipFill>
        <p:spPr>
          <a:xfrm flipH="1">
            <a:off x="8369556" y="8394971"/>
            <a:ext cx="1917450" cy="254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 title="squares-H2O-9.png"/>
          <p:cNvPicPr preferRelativeResize="0"/>
          <p:nvPr/>
        </p:nvPicPr>
        <p:blipFill rotWithShape="1">
          <a:blip r:embed="rId3">
            <a:alphaModFix/>
          </a:blip>
          <a:srcRect b="50065" l="0" r="49475" t="0"/>
          <a:stretch/>
        </p:blipFill>
        <p:spPr>
          <a:xfrm rot="5400000">
            <a:off x="-17697" y="6275"/>
            <a:ext cx="1917450" cy="189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/>
          <p:nvPr/>
        </p:nvSpPr>
        <p:spPr>
          <a:xfrm>
            <a:off x="3769725" y="9304275"/>
            <a:ext cx="2760300" cy="1018800"/>
          </a:xfrm>
          <a:prstGeom prst="round2SameRect">
            <a:avLst>
              <a:gd fmla="val 9098" name="adj1"/>
              <a:gd fmla="val 0" name="adj2"/>
            </a:avLst>
          </a:prstGeom>
          <a:solidFill>
            <a:srgbClr val="FFDD00"/>
          </a:solidFill>
          <a:ln>
            <a:noFill/>
          </a:ln>
        </p:spPr>
        <p:txBody>
          <a:bodyPr anchorCtr="0" anchor="ctr" bIns="79150" lIns="79150" spcFirstLastPara="1" rIns="79150" wrap="square" tIns="79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2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" name="Google Shape;29;p3"/>
          <p:cNvSpPr txBox="1"/>
          <p:nvPr>
            <p:ph type="ctrTitle"/>
          </p:nvPr>
        </p:nvSpPr>
        <p:spPr>
          <a:xfrm>
            <a:off x="1730100" y="3381938"/>
            <a:ext cx="6826800" cy="2817900"/>
          </a:xfrm>
          <a:prstGeom prst="rect">
            <a:avLst/>
          </a:prstGeom>
        </p:spPr>
        <p:txBody>
          <a:bodyPr anchorCtr="0" anchor="b" bIns="129525" lIns="129525" spcFirstLastPara="1" rIns="129525" wrap="square" tIns="1295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DM Sans Medium"/>
              <a:buNone/>
              <a:defRPr sz="50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" type="subTitle"/>
          </p:nvPr>
        </p:nvSpPr>
        <p:spPr>
          <a:xfrm>
            <a:off x="350688" y="6199838"/>
            <a:ext cx="9585600" cy="15852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Inter"/>
              <a:buNone/>
              <a:defRPr sz="24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9pPr>
          </a:lstStyle>
          <a:p/>
        </p:txBody>
      </p:sp>
      <p:sp>
        <p:nvSpPr>
          <p:cNvPr id="31" name="Google Shape;31;p3"/>
          <p:cNvSpPr txBox="1"/>
          <p:nvPr/>
        </p:nvSpPr>
        <p:spPr>
          <a:xfrm>
            <a:off x="3474727" y="9294961"/>
            <a:ext cx="3337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Montserrat SemiBold"/>
                <a:ea typeface="Montserrat SemiBold"/>
                <a:cs typeface="Montserrat SemiBold"/>
                <a:sym typeface="Montserrat SemiBold"/>
              </a:rPr>
              <a:t>W I N N E R</a:t>
            </a:r>
            <a:endParaRPr sz="26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32" name="Google Shape;32;p3" title="spark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5101" y="1869126"/>
            <a:ext cx="787050" cy="78705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3"/>
          <p:cNvSpPr txBox="1"/>
          <p:nvPr/>
        </p:nvSpPr>
        <p:spPr>
          <a:xfrm>
            <a:off x="8002471" y="331016"/>
            <a:ext cx="1701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20</a:t>
            </a:r>
            <a:endParaRPr sz="60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4" name="Google Shape;34;p3"/>
          <p:cNvSpPr txBox="1"/>
          <p:nvPr/>
        </p:nvSpPr>
        <p:spPr>
          <a:xfrm>
            <a:off x="8670874" y="588777"/>
            <a:ext cx="1701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26</a:t>
            </a:r>
            <a:endParaRPr sz="60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35" name="Google Shape;35;p3"/>
          <p:cNvPicPr preferRelativeResize="0"/>
          <p:nvPr/>
        </p:nvPicPr>
        <p:blipFill rotWithShape="1">
          <a:blip r:embed="rId5">
            <a:alphaModFix/>
          </a:blip>
          <a:srcRect b="0" l="10" r="0" t="0"/>
          <a:stretch/>
        </p:blipFill>
        <p:spPr>
          <a:xfrm>
            <a:off x="8870918" y="8889515"/>
            <a:ext cx="787045" cy="78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3" title="AI100-logo-whit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80053" y="7960560"/>
            <a:ext cx="3139743" cy="11681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" name="Google Shape;37;p3"/>
          <p:cNvCxnSpPr/>
          <p:nvPr/>
        </p:nvCxnSpPr>
        <p:spPr>
          <a:xfrm rot="10800000">
            <a:off x="276850" y="5857063"/>
            <a:ext cx="1127400" cy="0"/>
          </a:xfrm>
          <a:prstGeom prst="straightConnector1">
            <a:avLst/>
          </a:prstGeom>
          <a:noFill/>
          <a:ln cap="flat" cmpd="sng" w="19050">
            <a:solidFill>
              <a:srgbClr val="FFDD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" name="Google Shape;38;p3"/>
          <p:cNvCxnSpPr/>
          <p:nvPr/>
        </p:nvCxnSpPr>
        <p:spPr>
          <a:xfrm rot="10800000">
            <a:off x="8870925" y="5857063"/>
            <a:ext cx="1127400" cy="0"/>
          </a:xfrm>
          <a:prstGeom prst="straightConnector1">
            <a:avLst/>
          </a:prstGeom>
          <a:noFill/>
          <a:ln cap="flat" cmpd="sng" w="19050">
            <a:solidFill>
              <a:srgbClr val="FFDD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/>
          <p:nvPr>
            <p:ph type="title"/>
          </p:nvPr>
        </p:nvSpPr>
        <p:spPr>
          <a:xfrm>
            <a:off x="350663" y="4301700"/>
            <a:ext cx="9585600" cy="16836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/>
        </p:txBody>
      </p:sp>
      <p:sp>
        <p:nvSpPr>
          <p:cNvPr id="41" name="Google Shape;41;p4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rmAutofit/>
          </a:bodyPr>
          <a:lstStyle>
            <a:lvl1pPr lvl="0">
              <a:buNone/>
              <a:defRPr sz="1417"/>
            </a:lvl1pPr>
            <a:lvl2pPr lvl="1">
              <a:buNone/>
              <a:defRPr sz="1417"/>
            </a:lvl2pPr>
            <a:lvl3pPr lvl="2">
              <a:buNone/>
              <a:defRPr sz="1417"/>
            </a:lvl3pPr>
            <a:lvl4pPr lvl="3">
              <a:buNone/>
              <a:defRPr sz="1417"/>
            </a:lvl4pPr>
            <a:lvl5pPr lvl="4">
              <a:buNone/>
              <a:defRPr sz="1417"/>
            </a:lvl5pPr>
            <a:lvl6pPr lvl="5">
              <a:buNone/>
              <a:defRPr sz="1417"/>
            </a:lvl6pPr>
            <a:lvl7pPr lvl="6">
              <a:buNone/>
              <a:defRPr sz="1417"/>
            </a:lvl7pPr>
            <a:lvl8pPr lvl="7">
              <a:buNone/>
              <a:defRPr sz="1417"/>
            </a:lvl8pPr>
            <a:lvl9pPr lvl="8">
              <a:buNone/>
              <a:defRPr sz="141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type="title"/>
          </p:nvPr>
        </p:nvSpPr>
        <p:spPr>
          <a:xfrm>
            <a:off x="350663" y="890050"/>
            <a:ext cx="9585600" cy="11454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1pPr>
            <a:lvl2pPr lvl="1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2pPr>
            <a:lvl3pPr lvl="2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3pPr>
            <a:lvl4pPr lvl="3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4pPr>
            <a:lvl5pPr lvl="4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5pPr>
            <a:lvl6pPr lvl="5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6pPr>
            <a:lvl7pPr lvl="6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7pPr>
            <a:lvl8pPr lvl="7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8pPr>
            <a:lvl9pPr lvl="8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9pPr>
          </a:lstStyle>
          <a:p/>
        </p:txBody>
      </p:sp>
      <p:sp>
        <p:nvSpPr>
          <p:cNvPr id="44" name="Google Shape;44;p5"/>
          <p:cNvSpPr txBox="1"/>
          <p:nvPr>
            <p:ph idx="1" type="body"/>
          </p:nvPr>
        </p:nvSpPr>
        <p:spPr>
          <a:xfrm>
            <a:off x="350663" y="2304950"/>
            <a:ext cx="9585600" cy="68328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rmAutofit/>
          </a:bodyPr>
          <a:lstStyle>
            <a:lvl1pPr indent="-390525" lvl="0" marL="457200">
              <a:spcBef>
                <a:spcPts val="0"/>
              </a:spcBef>
              <a:spcAft>
                <a:spcPts val="0"/>
              </a:spcAft>
              <a:buSzPts val="2550"/>
              <a:buChar char="●"/>
              <a:defRPr sz="2550"/>
            </a:lvl1pPr>
            <a:lvl2pPr indent="-354541" lvl="1" marL="914400">
              <a:spcBef>
                <a:spcPts val="0"/>
              </a:spcBef>
              <a:spcAft>
                <a:spcPts val="0"/>
              </a:spcAft>
              <a:buSzPts val="1983"/>
              <a:buChar char="○"/>
              <a:defRPr sz="1983"/>
            </a:lvl2pPr>
            <a:lvl3pPr indent="-354541" lvl="2" marL="1371600">
              <a:spcBef>
                <a:spcPts val="0"/>
              </a:spcBef>
              <a:spcAft>
                <a:spcPts val="0"/>
              </a:spcAft>
              <a:buSzPts val="1983"/>
              <a:buChar char="■"/>
              <a:defRPr sz="1983"/>
            </a:lvl3pPr>
            <a:lvl4pPr indent="-354541" lvl="3" marL="1828800">
              <a:spcBef>
                <a:spcPts val="0"/>
              </a:spcBef>
              <a:spcAft>
                <a:spcPts val="0"/>
              </a:spcAft>
              <a:buSzPts val="1983"/>
              <a:buChar char="●"/>
              <a:defRPr sz="1983"/>
            </a:lvl4pPr>
            <a:lvl5pPr indent="-354542" lvl="4" marL="2286000">
              <a:spcBef>
                <a:spcPts val="0"/>
              </a:spcBef>
              <a:spcAft>
                <a:spcPts val="0"/>
              </a:spcAft>
              <a:buSzPts val="1983"/>
              <a:buChar char="○"/>
              <a:defRPr sz="1983"/>
            </a:lvl5pPr>
            <a:lvl6pPr indent="-354542" lvl="5" marL="2743200">
              <a:spcBef>
                <a:spcPts val="0"/>
              </a:spcBef>
              <a:spcAft>
                <a:spcPts val="0"/>
              </a:spcAft>
              <a:buSzPts val="1983"/>
              <a:buChar char="■"/>
              <a:defRPr sz="1983"/>
            </a:lvl6pPr>
            <a:lvl7pPr indent="-354542" lvl="6" marL="3200400">
              <a:spcBef>
                <a:spcPts val="0"/>
              </a:spcBef>
              <a:spcAft>
                <a:spcPts val="0"/>
              </a:spcAft>
              <a:buSzPts val="1983"/>
              <a:buChar char="●"/>
              <a:defRPr sz="1983"/>
            </a:lvl7pPr>
            <a:lvl8pPr indent="-354542" lvl="7" marL="3657600">
              <a:spcBef>
                <a:spcPts val="0"/>
              </a:spcBef>
              <a:spcAft>
                <a:spcPts val="0"/>
              </a:spcAft>
              <a:buSzPts val="1983"/>
              <a:buChar char="○"/>
              <a:defRPr sz="1983"/>
            </a:lvl8pPr>
            <a:lvl9pPr indent="-354542" lvl="8" marL="4114800">
              <a:spcBef>
                <a:spcPts val="0"/>
              </a:spcBef>
              <a:spcAft>
                <a:spcPts val="0"/>
              </a:spcAft>
              <a:buSzPts val="1983"/>
              <a:buChar char="■"/>
              <a:defRPr sz="1983"/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rmAutofit/>
          </a:bodyPr>
          <a:lstStyle>
            <a:lvl1pPr lvl="0">
              <a:buNone/>
              <a:defRPr sz="1417"/>
            </a:lvl1pPr>
            <a:lvl2pPr lvl="1">
              <a:buNone/>
              <a:defRPr sz="1417"/>
            </a:lvl2pPr>
            <a:lvl3pPr lvl="2">
              <a:buNone/>
              <a:defRPr sz="1417"/>
            </a:lvl3pPr>
            <a:lvl4pPr lvl="3">
              <a:buNone/>
              <a:defRPr sz="1417"/>
            </a:lvl4pPr>
            <a:lvl5pPr lvl="4">
              <a:buNone/>
              <a:defRPr sz="1417"/>
            </a:lvl5pPr>
            <a:lvl6pPr lvl="5">
              <a:buNone/>
              <a:defRPr sz="1417"/>
            </a:lvl6pPr>
            <a:lvl7pPr lvl="6">
              <a:buNone/>
              <a:defRPr sz="1417"/>
            </a:lvl7pPr>
            <a:lvl8pPr lvl="7">
              <a:buNone/>
              <a:defRPr sz="1417"/>
            </a:lvl8pPr>
            <a:lvl9pPr lvl="8">
              <a:buNone/>
              <a:defRPr sz="141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type="title"/>
          </p:nvPr>
        </p:nvSpPr>
        <p:spPr>
          <a:xfrm>
            <a:off x="350663" y="890050"/>
            <a:ext cx="9585600" cy="11454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1pPr>
            <a:lvl2pPr lvl="1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2pPr>
            <a:lvl3pPr lvl="2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3pPr>
            <a:lvl4pPr lvl="3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4pPr>
            <a:lvl5pPr lvl="4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5pPr>
            <a:lvl6pPr lvl="5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6pPr>
            <a:lvl7pPr lvl="6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7pPr>
            <a:lvl8pPr lvl="7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8pPr>
            <a:lvl9pPr lvl="8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9pPr>
          </a:lstStyle>
          <a:p/>
        </p:txBody>
      </p:sp>
      <p:sp>
        <p:nvSpPr>
          <p:cNvPr id="48" name="Google Shape;48;p6"/>
          <p:cNvSpPr txBox="1"/>
          <p:nvPr>
            <p:ph idx="1" type="body"/>
          </p:nvPr>
        </p:nvSpPr>
        <p:spPr>
          <a:xfrm>
            <a:off x="350663" y="2304950"/>
            <a:ext cx="4500000" cy="68328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rmAutofit/>
          </a:bodyPr>
          <a:lstStyle>
            <a:lvl1pPr indent="-354541" lvl="0" marL="457200">
              <a:spcBef>
                <a:spcPts val="0"/>
              </a:spcBef>
              <a:spcAft>
                <a:spcPts val="0"/>
              </a:spcAft>
              <a:buSzPts val="1983"/>
              <a:buChar char="●"/>
              <a:defRPr sz="1983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49" name="Google Shape;49;p6"/>
          <p:cNvSpPr txBox="1"/>
          <p:nvPr>
            <p:ph idx="2" type="body"/>
          </p:nvPr>
        </p:nvSpPr>
        <p:spPr>
          <a:xfrm>
            <a:off x="5436450" y="2304950"/>
            <a:ext cx="4500000" cy="68328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rmAutofit/>
          </a:bodyPr>
          <a:lstStyle>
            <a:lvl1pPr indent="-354541" lvl="0" marL="457200">
              <a:spcBef>
                <a:spcPts val="0"/>
              </a:spcBef>
              <a:spcAft>
                <a:spcPts val="0"/>
              </a:spcAft>
              <a:buSzPts val="1983"/>
              <a:buChar char="●"/>
              <a:defRPr sz="1983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rmAutofit/>
          </a:bodyPr>
          <a:lstStyle>
            <a:lvl1pPr lvl="0">
              <a:buNone/>
              <a:defRPr sz="1417"/>
            </a:lvl1pPr>
            <a:lvl2pPr lvl="1">
              <a:buNone/>
              <a:defRPr sz="1417"/>
            </a:lvl2pPr>
            <a:lvl3pPr lvl="2">
              <a:buNone/>
              <a:defRPr sz="1417"/>
            </a:lvl3pPr>
            <a:lvl4pPr lvl="3">
              <a:buNone/>
              <a:defRPr sz="1417"/>
            </a:lvl4pPr>
            <a:lvl5pPr lvl="4">
              <a:buNone/>
              <a:defRPr sz="1417"/>
            </a:lvl5pPr>
            <a:lvl6pPr lvl="5">
              <a:buNone/>
              <a:defRPr sz="1417"/>
            </a:lvl6pPr>
            <a:lvl7pPr lvl="6">
              <a:buNone/>
              <a:defRPr sz="1417"/>
            </a:lvl7pPr>
            <a:lvl8pPr lvl="7">
              <a:buNone/>
              <a:defRPr sz="1417"/>
            </a:lvl8pPr>
            <a:lvl9pPr lvl="8">
              <a:buNone/>
              <a:defRPr sz="141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type="title"/>
          </p:nvPr>
        </p:nvSpPr>
        <p:spPr>
          <a:xfrm>
            <a:off x="350663" y="890050"/>
            <a:ext cx="9585600" cy="11454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1pPr>
            <a:lvl2pPr lvl="1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2pPr>
            <a:lvl3pPr lvl="2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3pPr>
            <a:lvl4pPr lvl="3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4pPr>
            <a:lvl5pPr lvl="4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5pPr>
            <a:lvl6pPr lvl="5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6pPr>
            <a:lvl7pPr lvl="6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7pPr>
            <a:lvl8pPr lvl="7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8pPr>
            <a:lvl9pPr lvl="8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rmAutofit/>
          </a:bodyPr>
          <a:lstStyle>
            <a:lvl1pPr lvl="0">
              <a:buNone/>
              <a:defRPr sz="1417"/>
            </a:lvl1pPr>
            <a:lvl2pPr lvl="1">
              <a:buNone/>
              <a:defRPr sz="1417"/>
            </a:lvl2pPr>
            <a:lvl3pPr lvl="2">
              <a:buNone/>
              <a:defRPr sz="1417"/>
            </a:lvl3pPr>
            <a:lvl4pPr lvl="3">
              <a:buNone/>
              <a:defRPr sz="1417"/>
            </a:lvl4pPr>
            <a:lvl5pPr lvl="4">
              <a:buNone/>
              <a:defRPr sz="1417"/>
            </a:lvl5pPr>
            <a:lvl6pPr lvl="5">
              <a:buNone/>
              <a:defRPr sz="1417"/>
            </a:lvl6pPr>
            <a:lvl7pPr lvl="6">
              <a:buNone/>
              <a:defRPr sz="1417"/>
            </a:lvl7pPr>
            <a:lvl8pPr lvl="7">
              <a:buNone/>
              <a:defRPr sz="1417"/>
            </a:lvl8pPr>
            <a:lvl9pPr lvl="8">
              <a:buNone/>
              <a:defRPr sz="141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350663" y="1111200"/>
            <a:ext cx="3159000" cy="1511400"/>
          </a:xfrm>
          <a:prstGeom prst="rect">
            <a:avLst/>
          </a:prstGeom>
        </p:spPr>
        <p:txBody>
          <a:bodyPr anchorCtr="0" anchor="b" bIns="129525" lIns="129525" spcFirstLastPara="1" rIns="129525" wrap="square" tIns="1295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56" name="Google Shape;56;p8"/>
          <p:cNvSpPr txBox="1"/>
          <p:nvPr>
            <p:ph idx="1" type="body"/>
          </p:nvPr>
        </p:nvSpPr>
        <p:spPr>
          <a:xfrm>
            <a:off x="350663" y="2779200"/>
            <a:ext cx="3159000" cy="63588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rmAutofit/>
          </a:bodyPr>
          <a:lstStyle>
            <a:lvl1pPr lvl="0">
              <a:buNone/>
              <a:defRPr sz="1417"/>
            </a:lvl1pPr>
            <a:lvl2pPr lvl="1">
              <a:buNone/>
              <a:defRPr sz="1417"/>
            </a:lvl2pPr>
            <a:lvl3pPr lvl="2">
              <a:buNone/>
              <a:defRPr sz="1417"/>
            </a:lvl3pPr>
            <a:lvl4pPr lvl="3">
              <a:buNone/>
              <a:defRPr sz="1417"/>
            </a:lvl4pPr>
            <a:lvl5pPr lvl="4">
              <a:buNone/>
              <a:defRPr sz="1417"/>
            </a:lvl5pPr>
            <a:lvl6pPr lvl="5">
              <a:buNone/>
              <a:defRPr sz="1417"/>
            </a:lvl6pPr>
            <a:lvl7pPr lvl="6">
              <a:buNone/>
              <a:defRPr sz="1417"/>
            </a:lvl7pPr>
            <a:lvl8pPr lvl="7">
              <a:buNone/>
              <a:defRPr sz="1417"/>
            </a:lvl8pPr>
            <a:lvl9pPr lvl="8">
              <a:buNone/>
              <a:defRPr sz="141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551531" y="900300"/>
            <a:ext cx="7163700" cy="81816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rmAutofit/>
          </a:bodyPr>
          <a:lstStyle>
            <a:lvl1pPr lvl="0">
              <a:buNone/>
              <a:defRPr sz="1417"/>
            </a:lvl1pPr>
            <a:lvl2pPr lvl="1">
              <a:buNone/>
              <a:defRPr sz="1417"/>
            </a:lvl2pPr>
            <a:lvl3pPr lvl="2">
              <a:buNone/>
              <a:defRPr sz="1417"/>
            </a:lvl3pPr>
            <a:lvl4pPr lvl="3">
              <a:buNone/>
              <a:defRPr sz="1417"/>
            </a:lvl4pPr>
            <a:lvl5pPr lvl="4">
              <a:buNone/>
              <a:defRPr sz="1417"/>
            </a:lvl5pPr>
            <a:lvl6pPr lvl="5">
              <a:buNone/>
              <a:defRPr sz="1417"/>
            </a:lvl6pPr>
            <a:lvl7pPr lvl="6">
              <a:buNone/>
              <a:defRPr sz="1417"/>
            </a:lvl7pPr>
            <a:lvl8pPr lvl="7">
              <a:buNone/>
              <a:defRPr sz="1417"/>
            </a:lvl8pPr>
            <a:lvl9pPr lvl="8">
              <a:buNone/>
              <a:defRPr sz="141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/>
          <p:nvPr/>
        </p:nvSpPr>
        <p:spPr>
          <a:xfrm>
            <a:off x="5143500" y="-250"/>
            <a:ext cx="51435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9525" lIns="129525" spcFirstLastPara="1" rIns="129525" wrap="square" tIns="12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0"/>
          <p:cNvSpPr txBox="1"/>
          <p:nvPr>
            <p:ph type="title"/>
          </p:nvPr>
        </p:nvSpPr>
        <p:spPr>
          <a:xfrm>
            <a:off x="298688" y="2466350"/>
            <a:ext cx="4550700" cy="2964600"/>
          </a:xfrm>
          <a:prstGeom prst="rect">
            <a:avLst/>
          </a:prstGeom>
        </p:spPr>
        <p:txBody>
          <a:bodyPr anchorCtr="0" anchor="b" bIns="129525" lIns="129525" spcFirstLastPara="1" rIns="129525" wrap="square" tIns="1295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950"/>
              <a:buNone/>
              <a:defRPr sz="5950"/>
            </a:lvl1pPr>
            <a:lvl2pPr lvl="1" algn="ctr">
              <a:spcBef>
                <a:spcPts val="0"/>
              </a:spcBef>
              <a:spcAft>
                <a:spcPts val="0"/>
              </a:spcAft>
              <a:buSzPts val="5950"/>
              <a:buNone/>
              <a:defRPr sz="5950"/>
            </a:lvl2pPr>
            <a:lvl3pPr lvl="2" algn="ctr">
              <a:spcBef>
                <a:spcPts val="0"/>
              </a:spcBef>
              <a:spcAft>
                <a:spcPts val="0"/>
              </a:spcAft>
              <a:buSzPts val="5950"/>
              <a:buNone/>
              <a:defRPr sz="5950"/>
            </a:lvl3pPr>
            <a:lvl4pPr lvl="3" algn="ctr">
              <a:spcBef>
                <a:spcPts val="0"/>
              </a:spcBef>
              <a:spcAft>
                <a:spcPts val="0"/>
              </a:spcAft>
              <a:buSzPts val="5950"/>
              <a:buNone/>
              <a:defRPr sz="5950"/>
            </a:lvl4pPr>
            <a:lvl5pPr lvl="4" algn="ctr">
              <a:spcBef>
                <a:spcPts val="0"/>
              </a:spcBef>
              <a:spcAft>
                <a:spcPts val="0"/>
              </a:spcAft>
              <a:buSzPts val="5950"/>
              <a:buNone/>
              <a:defRPr sz="5950"/>
            </a:lvl5pPr>
            <a:lvl6pPr lvl="5" algn="ctr">
              <a:spcBef>
                <a:spcPts val="0"/>
              </a:spcBef>
              <a:spcAft>
                <a:spcPts val="0"/>
              </a:spcAft>
              <a:buSzPts val="5950"/>
              <a:buNone/>
              <a:defRPr sz="5950"/>
            </a:lvl6pPr>
            <a:lvl7pPr lvl="6" algn="ctr">
              <a:spcBef>
                <a:spcPts val="0"/>
              </a:spcBef>
              <a:spcAft>
                <a:spcPts val="0"/>
              </a:spcAft>
              <a:buSzPts val="5950"/>
              <a:buNone/>
              <a:defRPr sz="5950"/>
            </a:lvl7pPr>
            <a:lvl8pPr lvl="7" algn="ctr">
              <a:spcBef>
                <a:spcPts val="0"/>
              </a:spcBef>
              <a:spcAft>
                <a:spcPts val="0"/>
              </a:spcAft>
              <a:buSzPts val="5950"/>
              <a:buNone/>
              <a:defRPr sz="5950"/>
            </a:lvl8pPr>
            <a:lvl9pPr lvl="8" algn="ctr">
              <a:spcBef>
                <a:spcPts val="0"/>
              </a:spcBef>
              <a:spcAft>
                <a:spcPts val="0"/>
              </a:spcAft>
              <a:buSzPts val="5950"/>
              <a:buNone/>
              <a:defRPr sz="5950"/>
            </a:lvl9pPr>
          </a:lstStyle>
          <a:p/>
        </p:txBody>
      </p:sp>
      <p:sp>
        <p:nvSpPr>
          <p:cNvPr id="64" name="Google Shape;64;p10"/>
          <p:cNvSpPr txBox="1"/>
          <p:nvPr>
            <p:ph idx="1" type="subTitle"/>
          </p:nvPr>
        </p:nvSpPr>
        <p:spPr>
          <a:xfrm>
            <a:off x="298688" y="5606150"/>
            <a:ext cx="4550700" cy="24702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75"/>
              <a:buNone/>
              <a:defRPr sz="297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75"/>
              <a:buNone/>
              <a:defRPr sz="297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75"/>
              <a:buNone/>
              <a:defRPr sz="297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75"/>
              <a:buNone/>
              <a:defRPr sz="297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75"/>
              <a:buNone/>
              <a:defRPr sz="297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75"/>
              <a:buNone/>
              <a:defRPr sz="297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75"/>
              <a:buNone/>
              <a:defRPr sz="297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75"/>
              <a:buNone/>
              <a:defRPr sz="297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75"/>
              <a:buNone/>
              <a:defRPr sz="2975"/>
            </a:lvl9pPr>
          </a:lstStyle>
          <a:p/>
        </p:txBody>
      </p:sp>
      <p:sp>
        <p:nvSpPr>
          <p:cNvPr id="65" name="Google Shape;65;p10"/>
          <p:cNvSpPr txBox="1"/>
          <p:nvPr>
            <p:ph idx="2" type="body"/>
          </p:nvPr>
        </p:nvSpPr>
        <p:spPr>
          <a:xfrm>
            <a:off x="5556938" y="1448150"/>
            <a:ext cx="4316700" cy="7390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rmAutofit/>
          </a:bodyPr>
          <a:lstStyle>
            <a:lvl1pPr indent="-390525" lvl="0" marL="457200">
              <a:spcBef>
                <a:spcPts val="0"/>
              </a:spcBef>
              <a:spcAft>
                <a:spcPts val="0"/>
              </a:spcAft>
              <a:buSzPts val="2550"/>
              <a:buChar char="●"/>
              <a:defRPr sz="2550"/>
            </a:lvl1pPr>
            <a:lvl2pPr indent="-354541" lvl="1" marL="914400">
              <a:spcBef>
                <a:spcPts val="0"/>
              </a:spcBef>
              <a:spcAft>
                <a:spcPts val="0"/>
              </a:spcAft>
              <a:buSzPts val="1983"/>
              <a:buChar char="○"/>
              <a:defRPr sz="1983"/>
            </a:lvl2pPr>
            <a:lvl3pPr indent="-354541" lvl="2" marL="1371600">
              <a:spcBef>
                <a:spcPts val="0"/>
              </a:spcBef>
              <a:spcAft>
                <a:spcPts val="0"/>
              </a:spcAft>
              <a:buSzPts val="1983"/>
              <a:buChar char="■"/>
              <a:defRPr sz="1983"/>
            </a:lvl3pPr>
            <a:lvl4pPr indent="-354541" lvl="3" marL="1828800">
              <a:spcBef>
                <a:spcPts val="0"/>
              </a:spcBef>
              <a:spcAft>
                <a:spcPts val="0"/>
              </a:spcAft>
              <a:buSzPts val="1983"/>
              <a:buChar char="●"/>
              <a:defRPr sz="1983"/>
            </a:lvl4pPr>
            <a:lvl5pPr indent="-354542" lvl="4" marL="2286000">
              <a:spcBef>
                <a:spcPts val="0"/>
              </a:spcBef>
              <a:spcAft>
                <a:spcPts val="0"/>
              </a:spcAft>
              <a:buSzPts val="1983"/>
              <a:buChar char="○"/>
              <a:defRPr sz="1983"/>
            </a:lvl5pPr>
            <a:lvl6pPr indent="-354542" lvl="5" marL="2743200">
              <a:spcBef>
                <a:spcPts val="0"/>
              </a:spcBef>
              <a:spcAft>
                <a:spcPts val="0"/>
              </a:spcAft>
              <a:buSzPts val="1983"/>
              <a:buChar char="■"/>
              <a:defRPr sz="1983"/>
            </a:lvl6pPr>
            <a:lvl7pPr indent="-354542" lvl="6" marL="3200400">
              <a:spcBef>
                <a:spcPts val="0"/>
              </a:spcBef>
              <a:spcAft>
                <a:spcPts val="0"/>
              </a:spcAft>
              <a:buSzPts val="1983"/>
              <a:buChar char="●"/>
              <a:defRPr sz="1983"/>
            </a:lvl7pPr>
            <a:lvl8pPr indent="-354542" lvl="7" marL="3657600">
              <a:spcBef>
                <a:spcPts val="0"/>
              </a:spcBef>
              <a:spcAft>
                <a:spcPts val="0"/>
              </a:spcAft>
              <a:buSzPts val="1983"/>
              <a:buChar char="○"/>
              <a:defRPr sz="1983"/>
            </a:lvl8pPr>
            <a:lvl9pPr indent="-354542" lvl="8" marL="4114800">
              <a:spcBef>
                <a:spcPts val="0"/>
              </a:spcBef>
              <a:spcAft>
                <a:spcPts val="0"/>
              </a:spcAft>
              <a:buSzPts val="1983"/>
              <a:buChar char="■"/>
              <a:defRPr sz="1983"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rmAutofit/>
          </a:bodyPr>
          <a:lstStyle>
            <a:lvl1pPr lvl="0">
              <a:buNone/>
              <a:defRPr sz="1417"/>
            </a:lvl1pPr>
            <a:lvl2pPr lvl="1">
              <a:buNone/>
              <a:defRPr sz="1417"/>
            </a:lvl2pPr>
            <a:lvl3pPr lvl="2">
              <a:buNone/>
              <a:defRPr sz="1417"/>
            </a:lvl3pPr>
            <a:lvl4pPr lvl="3">
              <a:buNone/>
              <a:defRPr sz="1417"/>
            </a:lvl4pPr>
            <a:lvl5pPr lvl="4">
              <a:buNone/>
              <a:defRPr sz="1417"/>
            </a:lvl5pPr>
            <a:lvl6pPr lvl="5">
              <a:buNone/>
              <a:defRPr sz="1417"/>
            </a:lvl6pPr>
            <a:lvl7pPr lvl="6">
              <a:buNone/>
              <a:defRPr sz="1417"/>
            </a:lvl7pPr>
            <a:lvl8pPr lvl="7">
              <a:buNone/>
              <a:defRPr sz="1417"/>
            </a:lvl8pPr>
            <a:lvl9pPr lvl="8">
              <a:buNone/>
              <a:defRPr sz="141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350663" y="8461150"/>
            <a:ext cx="6748800" cy="1210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  <a:defRPr sz="2550"/>
            </a:lvl1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rmAutofit/>
          </a:bodyPr>
          <a:lstStyle>
            <a:lvl1pPr lvl="0">
              <a:buNone/>
              <a:defRPr sz="1417"/>
            </a:lvl1pPr>
            <a:lvl2pPr lvl="1">
              <a:buNone/>
              <a:defRPr sz="1417"/>
            </a:lvl2pPr>
            <a:lvl3pPr lvl="2">
              <a:buNone/>
              <a:defRPr sz="1417"/>
            </a:lvl3pPr>
            <a:lvl4pPr lvl="3">
              <a:buNone/>
              <a:defRPr sz="1417"/>
            </a:lvl4pPr>
            <a:lvl5pPr lvl="4">
              <a:buNone/>
              <a:defRPr sz="1417"/>
            </a:lvl5pPr>
            <a:lvl6pPr lvl="5">
              <a:buNone/>
              <a:defRPr sz="1417"/>
            </a:lvl6pPr>
            <a:lvl7pPr lvl="6">
              <a:buNone/>
              <a:defRPr sz="1417"/>
            </a:lvl7pPr>
            <a:lvl8pPr lvl="7">
              <a:buNone/>
              <a:defRPr sz="1417"/>
            </a:lvl8pPr>
            <a:lvl9pPr lvl="8">
              <a:buNone/>
              <a:defRPr sz="141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hasCustomPrompt="1" type="title"/>
          </p:nvPr>
        </p:nvSpPr>
        <p:spPr>
          <a:xfrm>
            <a:off x="350663" y="2212250"/>
            <a:ext cx="9585600" cy="3927000"/>
          </a:xfrm>
          <a:prstGeom prst="rect">
            <a:avLst/>
          </a:prstGeom>
        </p:spPr>
        <p:txBody>
          <a:bodyPr anchorCtr="0" anchor="b" bIns="129525" lIns="129525" spcFirstLastPara="1" rIns="129525" wrap="square" tIns="1295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9pPr>
          </a:lstStyle>
          <a:p>
            <a:r>
              <a:t>xx%</a:t>
            </a:r>
          </a:p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350663" y="6304450"/>
            <a:ext cx="9585600" cy="26016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rmAutofit/>
          </a:bodyPr>
          <a:lstStyle>
            <a:lvl1pPr indent="-390525" lvl="0" marL="457200" algn="ctr">
              <a:spcBef>
                <a:spcPts val="0"/>
              </a:spcBef>
              <a:spcAft>
                <a:spcPts val="0"/>
              </a:spcAft>
              <a:buSzPts val="2550"/>
              <a:buChar char="●"/>
              <a:defRPr sz="2550"/>
            </a:lvl1pPr>
            <a:lvl2pPr indent="-354541" lvl="1" marL="914400" algn="ctr">
              <a:spcBef>
                <a:spcPts val="0"/>
              </a:spcBef>
              <a:spcAft>
                <a:spcPts val="0"/>
              </a:spcAft>
              <a:buSzPts val="1983"/>
              <a:buChar char="○"/>
              <a:defRPr sz="1983"/>
            </a:lvl2pPr>
            <a:lvl3pPr indent="-354541" lvl="2" marL="1371600" algn="ctr">
              <a:spcBef>
                <a:spcPts val="0"/>
              </a:spcBef>
              <a:spcAft>
                <a:spcPts val="0"/>
              </a:spcAft>
              <a:buSzPts val="1983"/>
              <a:buChar char="■"/>
              <a:defRPr sz="1983"/>
            </a:lvl3pPr>
            <a:lvl4pPr indent="-354541" lvl="3" marL="1828800" algn="ctr">
              <a:spcBef>
                <a:spcPts val="0"/>
              </a:spcBef>
              <a:spcAft>
                <a:spcPts val="0"/>
              </a:spcAft>
              <a:buSzPts val="1983"/>
              <a:buChar char="●"/>
              <a:defRPr sz="1983"/>
            </a:lvl4pPr>
            <a:lvl5pPr indent="-354542" lvl="4" marL="2286000" algn="ctr">
              <a:spcBef>
                <a:spcPts val="0"/>
              </a:spcBef>
              <a:spcAft>
                <a:spcPts val="0"/>
              </a:spcAft>
              <a:buSzPts val="1983"/>
              <a:buChar char="○"/>
              <a:defRPr sz="1983"/>
            </a:lvl5pPr>
            <a:lvl6pPr indent="-354542" lvl="5" marL="2743200" algn="ctr">
              <a:spcBef>
                <a:spcPts val="0"/>
              </a:spcBef>
              <a:spcAft>
                <a:spcPts val="0"/>
              </a:spcAft>
              <a:buSzPts val="1983"/>
              <a:buChar char="■"/>
              <a:defRPr sz="1983"/>
            </a:lvl6pPr>
            <a:lvl7pPr indent="-354542" lvl="6" marL="3200400" algn="ctr">
              <a:spcBef>
                <a:spcPts val="0"/>
              </a:spcBef>
              <a:spcAft>
                <a:spcPts val="0"/>
              </a:spcAft>
              <a:buSzPts val="1983"/>
              <a:buChar char="●"/>
              <a:defRPr sz="1983"/>
            </a:lvl7pPr>
            <a:lvl8pPr indent="-354542" lvl="7" marL="3657600" algn="ctr">
              <a:spcBef>
                <a:spcPts val="0"/>
              </a:spcBef>
              <a:spcAft>
                <a:spcPts val="0"/>
              </a:spcAft>
              <a:buSzPts val="1983"/>
              <a:buChar char="○"/>
              <a:defRPr sz="1983"/>
            </a:lvl8pPr>
            <a:lvl9pPr indent="-354542" lvl="8" marL="4114800" algn="ctr">
              <a:spcBef>
                <a:spcPts val="0"/>
              </a:spcBef>
              <a:spcAft>
                <a:spcPts val="0"/>
              </a:spcAft>
              <a:buSzPts val="1983"/>
              <a:buChar char="■"/>
              <a:defRPr sz="1983"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rmAutofit/>
          </a:bodyPr>
          <a:lstStyle>
            <a:lvl1pPr lvl="0">
              <a:buNone/>
              <a:defRPr sz="1417"/>
            </a:lvl1pPr>
            <a:lvl2pPr lvl="1">
              <a:buNone/>
              <a:defRPr sz="1417"/>
            </a:lvl2pPr>
            <a:lvl3pPr lvl="2">
              <a:buNone/>
              <a:defRPr sz="1417"/>
            </a:lvl3pPr>
            <a:lvl4pPr lvl="3">
              <a:buNone/>
              <a:defRPr sz="1417"/>
            </a:lvl4pPr>
            <a:lvl5pPr lvl="4">
              <a:buNone/>
              <a:defRPr sz="1417"/>
            </a:lvl5pPr>
            <a:lvl6pPr lvl="5">
              <a:buNone/>
              <a:defRPr sz="1417"/>
            </a:lvl6pPr>
            <a:lvl7pPr lvl="6">
              <a:buNone/>
              <a:defRPr sz="1417"/>
            </a:lvl7pPr>
            <a:lvl8pPr lvl="7">
              <a:buNone/>
              <a:defRPr sz="1417"/>
            </a:lvl8pPr>
            <a:lvl9pPr lvl="8">
              <a:buNone/>
              <a:defRPr sz="141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rmAutofit/>
          </a:bodyPr>
          <a:lstStyle>
            <a:lvl1pPr lvl="0">
              <a:buNone/>
              <a:defRPr sz="1417"/>
            </a:lvl1pPr>
            <a:lvl2pPr lvl="1">
              <a:buNone/>
              <a:defRPr sz="1417"/>
            </a:lvl2pPr>
            <a:lvl3pPr lvl="2">
              <a:buNone/>
              <a:defRPr sz="1417"/>
            </a:lvl3pPr>
            <a:lvl4pPr lvl="3">
              <a:buNone/>
              <a:defRPr sz="1417"/>
            </a:lvl4pPr>
            <a:lvl5pPr lvl="4">
              <a:buNone/>
              <a:defRPr sz="1417"/>
            </a:lvl5pPr>
            <a:lvl6pPr lvl="5">
              <a:buNone/>
              <a:defRPr sz="1417"/>
            </a:lvl6pPr>
            <a:lvl7pPr lvl="6">
              <a:buNone/>
              <a:defRPr sz="1417"/>
            </a:lvl7pPr>
            <a:lvl8pPr lvl="7">
              <a:buNone/>
              <a:defRPr sz="1417"/>
            </a:lvl8pPr>
            <a:lvl9pPr lvl="8">
              <a:buNone/>
              <a:defRPr sz="141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50663" y="890050"/>
            <a:ext cx="95856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9525" lIns="129525" spcFirstLastPara="1" rIns="129525" wrap="square" tIns="1295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7"/>
              <a:buFont typeface="DM Sans Medium"/>
              <a:buNone/>
              <a:defRPr sz="3967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7"/>
              <a:buNone/>
              <a:defRPr sz="3967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7"/>
              <a:buNone/>
              <a:defRPr sz="3967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7"/>
              <a:buNone/>
              <a:defRPr sz="3967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7"/>
              <a:buNone/>
              <a:defRPr sz="3967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7"/>
              <a:buNone/>
              <a:defRPr sz="3967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7"/>
              <a:buNone/>
              <a:defRPr sz="3967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7"/>
              <a:buNone/>
              <a:defRPr sz="3967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7"/>
              <a:buNone/>
              <a:defRPr sz="3967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50663" y="2304950"/>
            <a:ext cx="95856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9525" lIns="129525" spcFirstLastPara="1" rIns="129525" wrap="square" tIns="129525">
            <a:normAutofit/>
          </a:bodyPr>
          <a:lstStyle>
            <a:lvl1pPr indent="-39052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Inter"/>
              <a:buChar char="●"/>
              <a:defRPr sz="25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54541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83"/>
              <a:buFont typeface="Inter"/>
              <a:buChar char="○"/>
              <a:defRPr sz="1983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54541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83"/>
              <a:buFont typeface="Inter"/>
              <a:buChar char="■"/>
              <a:defRPr sz="1983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4541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83"/>
              <a:buFont typeface="Inter"/>
              <a:buChar char="●"/>
              <a:defRPr sz="1983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4542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83"/>
              <a:buFont typeface="Inter"/>
              <a:buChar char="○"/>
              <a:defRPr sz="1983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4542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83"/>
              <a:buFont typeface="Inter"/>
              <a:buChar char="■"/>
              <a:defRPr sz="1983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4542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83"/>
              <a:buFont typeface="Inter"/>
              <a:buChar char="●"/>
              <a:defRPr sz="1983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4542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83"/>
              <a:buFont typeface="Inter"/>
              <a:buChar char="○"/>
              <a:defRPr sz="1983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4542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83"/>
              <a:buFont typeface="Inter"/>
              <a:buChar char="■"/>
              <a:defRPr sz="1983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9525" lIns="129525" spcFirstLastPara="1" rIns="129525" wrap="square" tIns="129525">
            <a:normAutofit/>
          </a:bodyPr>
          <a:lstStyle>
            <a:lvl1pPr lvl="0" algn="r">
              <a:buNone/>
              <a:defRPr sz="1417">
                <a:solidFill>
                  <a:schemeClr val="dk2"/>
                </a:solidFill>
              </a:defRPr>
            </a:lvl1pPr>
            <a:lvl2pPr lvl="1" algn="r">
              <a:buNone/>
              <a:defRPr sz="1417">
                <a:solidFill>
                  <a:schemeClr val="dk2"/>
                </a:solidFill>
              </a:defRPr>
            </a:lvl2pPr>
            <a:lvl3pPr lvl="2" algn="r">
              <a:buNone/>
              <a:defRPr sz="1417">
                <a:solidFill>
                  <a:schemeClr val="dk2"/>
                </a:solidFill>
              </a:defRPr>
            </a:lvl3pPr>
            <a:lvl4pPr lvl="3" algn="r">
              <a:buNone/>
              <a:defRPr sz="1417">
                <a:solidFill>
                  <a:schemeClr val="dk2"/>
                </a:solidFill>
              </a:defRPr>
            </a:lvl4pPr>
            <a:lvl5pPr lvl="4" algn="r">
              <a:buNone/>
              <a:defRPr sz="1417">
                <a:solidFill>
                  <a:schemeClr val="dk2"/>
                </a:solidFill>
              </a:defRPr>
            </a:lvl5pPr>
            <a:lvl6pPr lvl="5" algn="r">
              <a:buNone/>
              <a:defRPr sz="1417">
                <a:solidFill>
                  <a:schemeClr val="dk2"/>
                </a:solidFill>
              </a:defRPr>
            </a:lvl6pPr>
            <a:lvl7pPr lvl="6" algn="r">
              <a:buNone/>
              <a:defRPr sz="1417">
                <a:solidFill>
                  <a:schemeClr val="dk2"/>
                </a:solidFill>
              </a:defRPr>
            </a:lvl7pPr>
            <a:lvl8pPr lvl="7" algn="r">
              <a:buNone/>
              <a:defRPr sz="1417">
                <a:solidFill>
                  <a:schemeClr val="dk2"/>
                </a:solidFill>
              </a:defRPr>
            </a:lvl8pPr>
            <a:lvl9pPr lvl="8" algn="r">
              <a:buNone/>
              <a:defRPr sz="1417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ctrTitle"/>
          </p:nvPr>
        </p:nvSpPr>
        <p:spPr>
          <a:xfrm>
            <a:off x="1730100" y="5373825"/>
            <a:ext cx="6826800" cy="12777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Name Last Name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1" name="Google Shape;81;p14"/>
          <p:cNvSpPr txBox="1"/>
          <p:nvPr>
            <p:ph idx="1" type="subTitle"/>
          </p:nvPr>
        </p:nvSpPr>
        <p:spPr>
          <a:xfrm>
            <a:off x="350688" y="6439200"/>
            <a:ext cx="9585600" cy="15852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Title,</a:t>
            </a:r>
            <a:endParaRPr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Company</a:t>
            </a:r>
            <a:endParaRPr>
              <a:solidFill>
                <a:srgbClr val="CCCCCC"/>
              </a:solidFill>
            </a:endParaRPr>
          </a:p>
        </p:txBody>
      </p:sp>
      <p:pic>
        <p:nvPicPr>
          <p:cNvPr id="82" name="Google Shape;82;p14" title="Placeholder-Headsh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4075" y="1425725"/>
            <a:ext cx="3838800" cy="3838800"/>
          </a:xfrm>
          <a:prstGeom prst="roundRect">
            <a:avLst>
              <a:gd fmla="val 403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ctrTitle"/>
          </p:nvPr>
        </p:nvSpPr>
        <p:spPr>
          <a:xfrm>
            <a:off x="1730100" y="5896175"/>
            <a:ext cx="6826800" cy="12777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Name Last Name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8" name="Google Shape;88;p15"/>
          <p:cNvSpPr txBox="1"/>
          <p:nvPr>
            <p:ph idx="1" type="subTitle"/>
          </p:nvPr>
        </p:nvSpPr>
        <p:spPr>
          <a:xfrm>
            <a:off x="350688" y="6961550"/>
            <a:ext cx="9585600" cy="15852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Title,</a:t>
            </a:r>
            <a:endParaRPr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Company</a:t>
            </a:r>
            <a:endParaRPr>
              <a:solidFill>
                <a:srgbClr val="CCCCCC"/>
              </a:solidFill>
            </a:endParaRPr>
          </a:p>
        </p:txBody>
      </p:sp>
      <p:pic>
        <p:nvPicPr>
          <p:cNvPr id="89" name="Google Shape;89;p15" title="Placeholder-Headsh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4075" y="1948075"/>
            <a:ext cx="3838800" cy="3838800"/>
          </a:xfrm>
          <a:prstGeom prst="roundRect">
            <a:avLst>
              <a:gd fmla="val 403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